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1" d="100"/>
          <a:sy n="71" d="100"/>
        </p:scale>
        <p:origin x="61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4995B7D-0D54-4D40-A7E1-ED249F52AF99}" type="datetimeFigureOut">
              <a:rPr lang="en-US" smtClean="0"/>
              <a:t>09-May-20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425E45-C4E6-451D-BA25-85DC36656BDB}" type="slidenum">
              <a:rPr lang="en-US" smtClean="0"/>
              <a:t>‹#›</a:t>
            </a:fld>
            <a:endParaRPr lang="en-US"/>
          </a:p>
        </p:txBody>
      </p:sp>
    </p:spTree>
    <p:extLst>
      <p:ext uri="{BB962C8B-B14F-4D97-AF65-F5344CB8AC3E}">
        <p14:creationId xmlns:p14="http://schemas.microsoft.com/office/powerpoint/2010/main" val="3020366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995B7D-0D54-4D40-A7E1-ED249F52AF99}" type="datetimeFigureOut">
              <a:rPr lang="en-US" smtClean="0"/>
              <a:t>09-May-20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425E45-C4E6-451D-BA25-85DC36656BDB}" type="slidenum">
              <a:rPr lang="en-US" smtClean="0"/>
              <a:t>‹#›</a:t>
            </a:fld>
            <a:endParaRPr lang="en-US"/>
          </a:p>
        </p:txBody>
      </p:sp>
    </p:spTree>
    <p:extLst>
      <p:ext uri="{BB962C8B-B14F-4D97-AF65-F5344CB8AC3E}">
        <p14:creationId xmlns:p14="http://schemas.microsoft.com/office/powerpoint/2010/main" val="1201466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4995B7D-0D54-4D40-A7E1-ED249F52AF99}" type="datetimeFigureOut">
              <a:rPr lang="en-US" smtClean="0"/>
              <a:t>09-May-20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425E45-C4E6-451D-BA25-85DC36656BDB}" type="slidenum">
              <a:rPr lang="en-US" smtClean="0"/>
              <a:t>‹#›</a:t>
            </a:fld>
            <a:endParaRPr lang="en-US"/>
          </a:p>
        </p:txBody>
      </p:sp>
    </p:spTree>
    <p:extLst>
      <p:ext uri="{BB962C8B-B14F-4D97-AF65-F5344CB8AC3E}">
        <p14:creationId xmlns:p14="http://schemas.microsoft.com/office/powerpoint/2010/main" val="4165025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4995B7D-0D54-4D40-A7E1-ED249F52AF99}" type="datetimeFigureOut">
              <a:rPr lang="en-US" smtClean="0"/>
              <a:t>09-May-20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425E45-C4E6-451D-BA25-85DC36656BDB}" type="slidenum">
              <a:rPr lang="en-US" smtClean="0"/>
              <a:t>‹#›</a:t>
            </a:fld>
            <a:endParaRPr lang="en-US"/>
          </a:p>
        </p:txBody>
      </p:sp>
    </p:spTree>
    <p:extLst>
      <p:ext uri="{BB962C8B-B14F-4D97-AF65-F5344CB8AC3E}">
        <p14:creationId xmlns:p14="http://schemas.microsoft.com/office/powerpoint/2010/main" val="2049504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4995B7D-0D54-4D40-A7E1-ED249F52AF99}" type="datetimeFigureOut">
              <a:rPr lang="en-US" smtClean="0"/>
              <a:t>09-May-20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425E45-C4E6-451D-BA25-85DC36656BDB}" type="slidenum">
              <a:rPr lang="en-US" smtClean="0"/>
              <a:t>‹#›</a:t>
            </a:fld>
            <a:endParaRPr lang="en-US"/>
          </a:p>
        </p:txBody>
      </p:sp>
    </p:spTree>
    <p:extLst>
      <p:ext uri="{BB962C8B-B14F-4D97-AF65-F5344CB8AC3E}">
        <p14:creationId xmlns:p14="http://schemas.microsoft.com/office/powerpoint/2010/main" val="2327218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4995B7D-0D54-4D40-A7E1-ED249F52AF99}" type="datetimeFigureOut">
              <a:rPr lang="en-US" smtClean="0"/>
              <a:t>09-May-20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425E45-C4E6-451D-BA25-85DC36656BDB}" type="slidenum">
              <a:rPr lang="en-US" smtClean="0"/>
              <a:t>‹#›</a:t>
            </a:fld>
            <a:endParaRPr lang="en-US"/>
          </a:p>
        </p:txBody>
      </p:sp>
    </p:spTree>
    <p:extLst>
      <p:ext uri="{BB962C8B-B14F-4D97-AF65-F5344CB8AC3E}">
        <p14:creationId xmlns:p14="http://schemas.microsoft.com/office/powerpoint/2010/main" val="4257521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995B7D-0D54-4D40-A7E1-ED249F52AF99}" type="datetimeFigureOut">
              <a:rPr lang="en-US" smtClean="0"/>
              <a:t>09-May-20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425E45-C4E6-451D-BA25-85DC36656BDB}" type="slidenum">
              <a:rPr lang="en-US" smtClean="0"/>
              <a:t>‹#›</a:t>
            </a:fld>
            <a:endParaRPr lang="en-US"/>
          </a:p>
        </p:txBody>
      </p:sp>
    </p:spTree>
    <p:extLst>
      <p:ext uri="{BB962C8B-B14F-4D97-AF65-F5344CB8AC3E}">
        <p14:creationId xmlns:p14="http://schemas.microsoft.com/office/powerpoint/2010/main" val="2559198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4995B7D-0D54-4D40-A7E1-ED249F52AF99}" type="datetimeFigureOut">
              <a:rPr lang="en-US" smtClean="0"/>
              <a:t>09-May-20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425E45-C4E6-451D-BA25-85DC36656BDB}" type="slidenum">
              <a:rPr lang="en-US" smtClean="0"/>
              <a:t>‹#›</a:t>
            </a:fld>
            <a:endParaRPr lang="en-US"/>
          </a:p>
        </p:txBody>
      </p:sp>
    </p:spTree>
    <p:extLst>
      <p:ext uri="{BB962C8B-B14F-4D97-AF65-F5344CB8AC3E}">
        <p14:creationId xmlns:p14="http://schemas.microsoft.com/office/powerpoint/2010/main" val="2764428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4995B7D-0D54-4D40-A7E1-ED249F52AF99}" type="datetimeFigureOut">
              <a:rPr lang="en-US" smtClean="0"/>
              <a:t>09-May-20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425E45-C4E6-451D-BA25-85DC36656BDB}" type="slidenum">
              <a:rPr lang="en-US" smtClean="0"/>
              <a:t>‹#›</a:t>
            </a:fld>
            <a:endParaRPr lang="en-US"/>
          </a:p>
        </p:txBody>
      </p:sp>
    </p:spTree>
    <p:extLst>
      <p:ext uri="{BB962C8B-B14F-4D97-AF65-F5344CB8AC3E}">
        <p14:creationId xmlns:p14="http://schemas.microsoft.com/office/powerpoint/2010/main" val="3459346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995B7D-0D54-4D40-A7E1-ED249F52AF99}" type="datetimeFigureOut">
              <a:rPr lang="en-US" smtClean="0"/>
              <a:t>09-May-20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425E45-C4E6-451D-BA25-85DC36656BDB}" type="slidenum">
              <a:rPr lang="en-US" smtClean="0"/>
              <a:t>‹#›</a:t>
            </a:fld>
            <a:endParaRPr lang="en-US"/>
          </a:p>
        </p:txBody>
      </p:sp>
    </p:spTree>
    <p:extLst>
      <p:ext uri="{BB962C8B-B14F-4D97-AF65-F5344CB8AC3E}">
        <p14:creationId xmlns:p14="http://schemas.microsoft.com/office/powerpoint/2010/main" val="3603483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995B7D-0D54-4D40-A7E1-ED249F52AF99}" type="datetimeFigureOut">
              <a:rPr lang="en-US" smtClean="0"/>
              <a:t>09-May-20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425E45-C4E6-451D-BA25-85DC36656BDB}" type="slidenum">
              <a:rPr lang="en-US" smtClean="0"/>
              <a:t>‹#›</a:t>
            </a:fld>
            <a:endParaRPr lang="en-US"/>
          </a:p>
        </p:txBody>
      </p:sp>
    </p:spTree>
    <p:extLst>
      <p:ext uri="{BB962C8B-B14F-4D97-AF65-F5344CB8AC3E}">
        <p14:creationId xmlns:p14="http://schemas.microsoft.com/office/powerpoint/2010/main" val="2199761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995B7D-0D54-4D40-A7E1-ED249F52AF99}" type="datetimeFigureOut">
              <a:rPr lang="en-US" smtClean="0"/>
              <a:t>09-May-20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425E45-C4E6-451D-BA25-85DC36656BDB}" type="slidenum">
              <a:rPr lang="en-US" smtClean="0"/>
              <a:t>‹#›</a:t>
            </a:fld>
            <a:endParaRPr lang="en-US"/>
          </a:p>
        </p:txBody>
      </p:sp>
    </p:spTree>
    <p:extLst>
      <p:ext uri="{BB962C8B-B14F-4D97-AF65-F5344CB8AC3E}">
        <p14:creationId xmlns:p14="http://schemas.microsoft.com/office/powerpoint/2010/main" val="2943882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8.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390" y="73025"/>
            <a:ext cx="11395997" cy="1227910"/>
          </a:xfrm>
        </p:spPr>
        <p:txBody>
          <a:bodyPr>
            <a:normAutofit fontScale="90000"/>
          </a:bodyPr>
          <a:lstStyle/>
          <a:p>
            <a:pPr algn="ctr"/>
            <a:r>
              <a:rPr lang="en-US" sz="4000" dirty="0" smtClean="0">
                <a:latin typeface="Bernard MT Condensed" panose="02050806060905020404" pitchFamily="18" charset="0"/>
              </a:rPr>
              <a:t>Microbiology in day today life</a:t>
            </a:r>
            <a:r>
              <a:rPr lang="en-US" dirty="0" smtClean="0"/>
              <a:t/>
            </a:r>
            <a:br>
              <a:rPr lang="en-US" dirty="0" smtClean="0"/>
            </a:br>
            <a:r>
              <a:rPr lang="en-US" sz="2700" u="sng" dirty="0" err="1" smtClean="0">
                <a:latin typeface="Berlin Sans FB" panose="020E0602020502020306" pitchFamily="34" charset="0"/>
              </a:rPr>
              <a:t>Brijlal</a:t>
            </a:r>
            <a:r>
              <a:rPr lang="en-US" sz="2700" u="sng" dirty="0" smtClean="0">
                <a:latin typeface="Berlin Sans FB" panose="020E0602020502020306" pitchFamily="34" charset="0"/>
              </a:rPr>
              <a:t> </a:t>
            </a:r>
            <a:r>
              <a:rPr lang="en-US" sz="2700" u="sng" dirty="0" err="1">
                <a:latin typeface="Berlin Sans FB" panose="020E0602020502020306" pitchFamily="34" charset="0"/>
              </a:rPr>
              <a:t>B</a:t>
            </a:r>
            <a:r>
              <a:rPr lang="en-US" sz="2700" u="sng" dirty="0" err="1" smtClean="0">
                <a:latin typeface="Berlin Sans FB" panose="020E0602020502020306" pitchFamily="34" charset="0"/>
              </a:rPr>
              <a:t>iyani</a:t>
            </a:r>
            <a:r>
              <a:rPr lang="en-US" sz="2700" u="sng" dirty="0" smtClean="0">
                <a:latin typeface="Berlin Sans FB" panose="020E0602020502020306" pitchFamily="34" charset="0"/>
              </a:rPr>
              <a:t> </a:t>
            </a:r>
            <a:r>
              <a:rPr lang="en-US" sz="2700" u="sng" dirty="0">
                <a:latin typeface="Berlin Sans FB" panose="020E0602020502020306" pitchFamily="34" charset="0"/>
              </a:rPr>
              <a:t>S</a:t>
            </a:r>
            <a:r>
              <a:rPr lang="en-US" sz="2700" u="sng" dirty="0" smtClean="0">
                <a:latin typeface="Berlin Sans FB" panose="020E0602020502020306" pitchFamily="34" charset="0"/>
              </a:rPr>
              <a:t>cience </a:t>
            </a:r>
            <a:r>
              <a:rPr lang="en-US" sz="2700" u="sng" dirty="0" smtClean="0">
                <a:latin typeface="Berlin Sans FB" panose="020E0602020502020306" pitchFamily="34" charset="0"/>
              </a:rPr>
              <a:t>C</a:t>
            </a:r>
            <a:r>
              <a:rPr lang="en-US" sz="2700" u="sng" dirty="0" smtClean="0">
                <a:latin typeface="Berlin Sans FB" panose="020E0602020502020306" pitchFamily="34" charset="0"/>
              </a:rPr>
              <a:t>ollage, </a:t>
            </a:r>
            <a:r>
              <a:rPr lang="en-US" sz="2700" u="sng" dirty="0" smtClean="0">
                <a:latin typeface="Berlin Sans FB" panose="020E0602020502020306" pitchFamily="34" charset="0"/>
              </a:rPr>
              <a:t>Amravati</a:t>
            </a:r>
            <a:r>
              <a:rPr lang="en-US" sz="2700" dirty="0" smtClean="0"/>
              <a:t/>
            </a:r>
            <a:br>
              <a:rPr lang="en-US" sz="2700" dirty="0" smtClean="0"/>
            </a:br>
            <a:r>
              <a:rPr lang="en-US" sz="2700" dirty="0" err="1" smtClean="0">
                <a:latin typeface="Baskerville Old Face" panose="02020602080505020303" pitchFamily="18" charset="0"/>
              </a:rPr>
              <a:t>Aakanksha</a:t>
            </a:r>
            <a:r>
              <a:rPr lang="en-US" sz="2700" dirty="0" smtClean="0">
                <a:latin typeface="Baskerville Old Face" panose="02020602080505020303" pitchFamily="18" charset="0"/>
              </a:rPr>
              <a:t> </a:t>
            </a:r>
            <a:r>
              <a:rPr lang="en-US" sz="2700" dirty="0" err="1">
                <a:latin typeface="Baskerville Old Face" panose="02020602080505020303" pitchFamily="18" charset="0"/>
              </a:rPr>
              <a:t>K</a:t>
            </a:r>
            <a:r>
              <a:rPr lang="en-US" sz="2700" dirty="0" err="1" smtClean="0">
                <a:latin typeface="Baskerville Old Face" panose="02020602080505020303" pitchFamily="18" charset="0"/>
              </a:rPr>
              <a:t>iranrao</a:t>
            </a:r>
            <a:r>
              <a:rPr lang="en-US" sz="2700" dirty="0" smtClean="0">
                <a:latin typeface="Baskerville Old Face" panose="02020602080505020303" pitchFamily="18" charset="0"/>
              </a:rPr>
              <a:t> </a:t>
            </a:r>
            <a:r>
              <a:rPr lang="en-US" sz="2700" dirty="0" err="1">
                <a:latin typeface="Baskerville Old Face" panose="02020602080505020303" pitchFamily="18" charset="0"/>
              </a:rPr>
              <a:t>B</a:t>
            </a:r>
            <a:r>
              <a:rPr lang="en-US" sz="2700" dirty="0" err="1" smtClean="0">
                <a:latin typeface="Baskerville Old Face" panose="02020602080505020303" pitchFamily="18" charset="0"/>
              </a:rPr>
              <a:t>alode</a:t>
            </a:r>
            <a:r>
              <a:rPr lang="en-US" sz="2700" dirty="0" smtClean="0">
                <a:latin typeface="Baskerville Old Face" panose="02020602080505020303" pitchFamily="18" charset="0"/>
              </a:rPr>
              <a:t> </a:t>
            </a:r>
            <a:endParaRPr lang="en-US" sz="2700" dirty="0">
              <a:latin typeface="Baskerville Old Face" panose="02020602080505020303" pitchFamily="18" charset="0"/>
            </a:endParaRPr>
          </a:p>
        </p:txBody>
      </p:sp>
      <p:sp>
        <p:nvSpPr>
          <p:cNvPr id="3" name="Content Placeholder 2"/>
          <p:cNvSpPr>
            <a:spLocks noGrp="1"/>
          </p:cNvSpPr>
          <p:nvPr>
            <p:ph idx="1"/>
          </p:nvPr>
        </p:nvSpPr>
        <p:spPr>
          <a:xfrm>
            <a:off x="3763831" y="1512578"/>
            <a:ext cx="4426772" cy="5361123"/>
          </a:xfrm>
        </p:spPr>
        <p:txBody>
          <a:bodyPr>
            <a:normAutofit/>
          </a:bodyPr>
          <a:lstStyle/>
          <a:p>
            <a:pPr marL="0" indent="0" algn="just">
              <a:buNone/>
            </a:pPr>
            <a:r>
              <a:rPr lang="en-US" sz="1600" dirty="0" smtClean="0">
                <a:latin typeface="Cambria" panose="02040503050406030204" pitchFamily="18" charset="0"/>
              </a:rPr>
              <a:t>Microbiology is the study of small living things that are too small to be visible with the naked eye. This living things can be seen with the use of a microscope only. These life forms are called microorganisms or microbes. Microorganisms include bacteria, archaea, viruses, protozoa, microscopic fungi and yeasts, and microscopic algae. Microbiology research encompasses all aspects of these microorganisms such as their </a:t>
            </a:r>
            <a:r>
              <a:rPr lang="en-US" sz="1600" dirty="0" err="1" smtClean="0">
                <a:latin typeface="Cambria" panose="02040503050406030204" pitchFamily="18" charset="0"/>
              </a:rPr>
              <a:t>behaviour</a:t>
            </a:r>
            <a:r>
              <a:rPr lang="en-US" sz="1600" dirty="0" smtClean="0">
                <a:latin typeface="Cambria" panose="02040503050406030204" pitchFamily="18" charset="0"/>
              </a:rPr>
              <a:t>, evolution, ecology, biochemistry, and physiology, along with the pathology of diseases that they cause. These microbes play crucial roles in nutrient cycling, biodegradation, climate change, food spoilage, the cause and control of disease., and biotechnology.</a:t>
            </a:r>
            <a:endParaRPr lang="en-US" sz="1600" dirty="0">
              <a:latin typeface="Cambria" panose="02040503050406030204" pitchFamily="18" charset="0"/>
            </a:endParaRPr>
          </a:p>
        </p:txBody>
      </p:sp>
      <p:sp>
        <p:nvSpPr>
          <p:cNvPr id="4" name="Text Placeholder 3"/>
          <p:cNvSpPr>
            <a:spLocks noGrp="1"/>
          </p:cNvSpPr>
          <p:nvPr>
            <p:ph type="body" sz="half" idx="2"/>
          </p:nvPr>
        </p:nvSpPr>
        <p:spPr>
          <a:xfrm>
            <a:off x="201706" y="1514161"/>
            <a:ext cx="3509682" cy="2696263"/>
          </a:xfrm>
        </p:spPr>
        <p:txBody>
          <a:bodyPr>
            <a:normAutofit/>
          </a:bodyPr>
          <a:lstStyle/>
          <a:p>
            <a:pPr algn="just"/>
            <a:r>
              <a:rPr lang="en-US" dirty="0" smtClean="0">
                <a:latin typeface="Cambria" panose="02040503050406030204" pitchFamily="18" charset="0"/>
              </a:rPr>
              <a:t>Microbiology is used in our daily life and plays an important role in it. Some of the main features of the microbiology which are used in our daily life are discussed here. Microbiology applied in everyday life, in food production, biodegradation, commercial product production, biotechnology and genetic production, biotechnology and genetic engineering.</a:t>
            </a:r>
            <a:endParaRPr lang="en-US" dirty="0">
              <a:latin typeface="Cambria" panose="02040503050406030204" pitchFamily="18" charset="0"/>
            </a:endParaRPr>
          </a:p>
        </p:txBody>
      </p:sp>
      <p:sp>
        <p:nvSpPr>
          <p:cNvPr id="7" name="TextBox 6"/>
          <p:cNvSpPr txBox="1"/>
          <p:nvPr/>
        </p:nvSpPr>
        <p:spPr>
          <a:xfrm>
            <a:off x="8243046" y="1512578"/>
            <a:ext cx="3751730" cy="2800767"/>
          </a:xfrm>
          <a:prstGeom prst="rect">
            <a:avLst/>
          </a:prstGeom>
          <a:noFill/>
        </p:spPr>
        <p:txBody>
          <a:bodyPr wrap="square" rtlCol="0">
            <a:spAutoFit/>
          </a:bodyPr>
          <a:lstStyle/>
          <a:p>
            <a:pPr algn="just"/>
            <a:r>
              <a:rPr lang="en-US" sz="1600" dirty="0" smtClean="0">
                <a:latin typeface="Cambria" panose="02040503050406030204" pitchFamily="18" charset="0"/>
              </a:rPr>
              <a:t>By Jennifer </a:t>
            </a:r>
            <a:r>
              <a:rPr lang="en-US" sz="1600" dirty="0" err="1" smtClean="0">
                <a:latin typeface="Cambria" panose="02040503050406030204" pitchFamily="18" charset="0"/>
              </a:rPr>
              <a:t>stearns</a:t>
            </a:r>
            <a:r>
              <a:rPr lang="en-US" sz="1600" dirty="0" smtClean="0">
                <a:latin typeface="Cambria" panose="02040503050406030204" pitchFamily="18" charset="0"/>
              </a:rPr>
              <a:t>, Michael Surette </a:t>
            </a:r>
          </a:p>
          <a:p>
            <a:pPr algn="just"/>
            <a:r>
              <a:rPr lang="en-US" sz="1600" dirty="0" smtClean="0">
                <a:latin typeface="Cambria" panose="02040503050406030204" pitchFamily="18" charset="0"/>
              </a:rPr>
              <a:t>There are many professions where knowing about microbes, either pathogenic or benign, is handy. There are also plenty of situations where applying a microbiology approach to a problem will get you out of a jam. Some are industries that employ microbiologists, and other are situations where a knowledge of microbiology is essential to getting the job done.</a:t>
            </a:r>
          </a:p>
        </p:txBody>
      </p:sp>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l="-825" t="7798" r="825" b="71120"/>
          <a:stretch/>
        </p:blipFill>
        <p:spPr>
          <a:xfrm>
            <a:off x="4016265" y="4936031"/>
            <a:ext cx="3817017" cy="1799986"/>
          </a:xfrm>
          <a:prstGeom prst="rect">
            <a:avLst/>
          </a:prstGeom>
        </p:spPr>
      </p:pic>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l="2585" t="3665" r="50660" b="71290"/>
          <a:stretch/>
        </p:blipFill>
        <p:spPr>
          <a:xfrm rot="16200000">
            <a:off x="9039844" y="4087906"/>
            <a:ext cx="2281618" cy="2648111"/>
          </a:xfrm>
          <a:prstGeom prst="rect">
            <a:avLst/>
          </a:prstGeom>
        </p:spPr>
      </p:pic>
      <p:pic>
        <p:nvPicPr>
          <p:cNvPr id="8" name="Picture 7"/>
          <p:cNvPicPr>
            <a:picLocks noChangeAspect="1"/>
          </p:cNvPicPr>
          <p:nvPr/>
        </p:nvPicPr>
        <p:blipFill rotWithShape="1">
          <a:blip r:embed="rId4" cstate="print">
            <a:extLst>
              <a:ext uri="{28A0092B-C50C-407E-A947-70E740481C1C}">
                <a14:useLocalDpi xmlns:a14="http://schemas.microsoft.com/office/drawing/2010/main" val="0"/>
              </a:ext>
            </a:extLst>
          </a:blip>
          <a:srcRect t="3928" b="62279"/>
          <a:stretch/>
        </p:blipFill>
        <p:spPr>
          <a:xfrm>
            <a:off x="316391" y="4193140"/>
            <a:ext cx="3165231" cy="2390157"/>
          </a:xfrm>
          <a:prstGeom prst="rect">
            <a:avLst/>
          </a:prstGeom>
        </p:spPr>
      </p:pic>
    </p:spTree>
    <p:extLst>
      <p:ext uri="{BB962C8B-B14F-4D97-AF65-F5344CB8AC3E}">
        <p14:creationId xmlns:p14="http://schemas.microsoft.com/office/powerpoint/2010/main" val="2135796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255</Words>
  <Application>Microsoft Office PowerPoint</Application>
  <PresentationFormat>Widescreen</PresentationFormat>
  <Paragraphs>5</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Baskerville Old Face</vt:lpstr>
      <vt:lpstr>Berlin Sans FB</vt:lpstr>
      <vt:lpstr>Bernard MT Condensed</vt:lpstr>
      <vt:lpstr>Calibri</vt:lpstr>
      <vt:lpstr>Calibri Light</vt:lpstr>
      <vt:lpstr>Cambria</vt:lpstr>
      <vt:lpstr>Office Theme</vt:lpstr>
      <vt:lpstr>Microbiology in day today life Brijlal Biyani Science Collage, Amravati Aakanksha Kiranrao Balode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W7</dc:creator>
  <cp:lastModifiedBy>W7</cp:lastModifiedBy>
  <cp:revision>14</cp:revision>
  <dcterms:created xsi:type="dcterms:W3CDTF">2020-05-08T05:19:14Z</dcterms:created>
  <dcterms:modified xsi:type="dcterms:W3CDTF">2020-05-09T05:11:01Z</dcterms:modified>
</cp:coreProperties>
</file>